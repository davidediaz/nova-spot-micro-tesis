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Explicar que el aporte comprobado es una plataforma de generación, registro y evaluación. La hipótesis de mejora mediante RL todavía no está demostrada. La postura física observada no equivale a una marcha validada. Fotos 1 y 5: vista general y electrónica en banco. Fecha de captura no confirmada; incorporación 07/09/2026.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2:00. Recorrer cada objetivo: actividad, resultado, evidencia y faltante. OE3 es el más avanzado por implementación y ensayos en simulación. OE5 es el menor: la comparación exploratoria no cumple el diseño final ni incluye hardware. Rúbrica propuesta para esta exposición, no aprobada por los directores.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2:00. Avance por ciclo indica desplazamiento neto. La coincidencia de contactos es simultánea respecto al plan y no un porcentaje de estabilidad. Las campañas MuJoCo cambian trayectoria y ganancias: no aíslan una sola causa. 5×20 es el diseño; el ejecutor registró 21 ciclos y el análisis comparable usa 2–20. Nueve pruebas prueban reacción lógica, no corte eléctrico. El resultado negativo PPO impide afirmar mejora. Fotos 2, 3 y 4: ensamble abierto, articulación y pieza impresa. Son evidencia de construcción; no mediciones de desempeño.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No hay capítulos declarados definitivamente cerrados. La estructura, métodos y resultados disponibles ya están redactados. El capítulo de conclusiones aún dice que falta entrenar políticas, aunque resultados documenta el entrenamiento: hay que reconciliarlo. El resumen inicial de paso también limita MuJoCo a articulaciones aunque el propio capítulo ya describe pose y contactos. Las campañas del 3 de septiembre y la sobrecarga del 4 deben incorporarse con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Las semanas son una ruta condicionada, no una promesa de marcha. La prioridad es identificar la causa de sobrecarga, verificar alimentación y seguridad y medir antes de transferir. La siguiente campaña RL requiere una política revisada y criterios acordados. Una conclusión negativa rigurosa es válida como resultado, pero no permite dar por cumplida la integración física prevista.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Presentar este compromiso como propuesta del grupo a ratificar. Criterio verificable: informe con condiciones, instrumentos, mediciones, incidencias y dictamen de continuar o mantener bloqueo; tesis compilada con los nuevos resultados y las conclusiones corregidas. Si una prueba con carga no puede ejecutarse con seguridad, registrar la causa y el requisito faltante, sin inventar mediciones. No prometer una caminata para la próxima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Control de locomoción: avances y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Diseño de un sistema de control para la locomoción y estabilización de un robot cuadrúpedo basado en aprendizaje por refuerzo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3F6FA"/>
                </a:solidFill>
                <a:latin typeface="Aptos"/>
              </a:defRPr>
            </a:pPr>
            <a:r>
              <a:t>Propósito: evaluar estabilidad y repetibilidad combinando marcha nominal y correcciones RL acotadas.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4663440" cy="269748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79"/>
            <a:ext cx="4297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Fase actual: integración física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2976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Modelo y marchas en simulación.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PPO entrenado; no aceptado.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12 servos: respuesta inicial registrada.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Sobrecarga: diagnóstico pendiente.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2331720" cy="41148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132" y="1691640"/>
            <a:ext cx="2314575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23560" y="5861303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1 · Vista general del robot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91640"/>
            <a:ext cx="3310128" cy="2487168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93926"/>
            <a:ext cx="3310128" cy="24825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0" y="4233672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5 · Electrónica y conexiones en banco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617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ED3BA"/>
                </a:solidFill>
                <a:latin typeface="Aptos"/>
              </a:defRPr>
            </a:pPr>
            <a:r>
              <a:t>Registro visual del prototipo.</a:t>
            </a:r>
          </a:p>
          <a:p>
            <a:pPr>
              <a:spcAft>
                <a:spcPts val="500"/>
              </a:spcAft>
              <a:defRPr sz="1700" b="0">
                <a:solidFill>
                  <a:srgbClr val="4ED3BA"/>
                </a:solidFill>
                <a:latin typeface="Aptos"/>
              </a:defRPr>
            </a:pPr>
            <a:r>
              <a:t>La marcha física continúa pendiente de validación.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B8C6D8"/>
                </a:solidFill>
                <a:latin typeface="Aptos"/>
              </a:defRPr>
            </a:pPr>
            <a:r>
              <a:t>David Esteban Díaz Castro · David Felipe Díaz Suesca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Cumplimiento de los cinco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Estimación propuesta: 4 hitos por objetivo, 25 % por hito cerrado; los hitos parciales no suman. Ver rúbrica en el guion.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2/6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7442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251960"/>
                <a:gridCol w="868680"/>
                <a:gridCol w="2834640"/>
              </a:tblGrid>
              <a:tr h="43891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Objetivo / actividad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Resultado y evidencia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OE1 · Modelar y caracterizar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FK/IK y dinámica nominal verificadas.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Modelo matemático, URDF/MJCF y pruebas.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Medir plataforma e identificar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parámetros físicos.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OE2 · Integrar y supervisar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ROS 2 y 9 fallos provocados respondieron.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JSON del supervisor; registro de hardware.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Potencia, OE, rearme,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calibración y prueba física.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OE3 · Implementar locomoción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Postura, paso y gateo; campañas repetibles.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Bolsas, CSV e informes Gazebo/MuJoCo.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75 %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Validar marcha física;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cerrar diferencias de contacto.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OE4 · Entrenar e integrar RL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Cinco semillas PPO; ninguna aceptada.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Modelos y diagnóstico de escala residual.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Rediseñar, validar y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transferir progresivamente.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OE5 · Comparar nominal vs. RL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Protocolo y comparación exploratoria.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Diagnóstico PPO y referencia corregida.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25 %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Campaña final emparejada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y comparación en hardware.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D187"/>
                </a:solidFill>
                <a:latin typeface="Aptos"/>
              </a:defRPr>
            </a:pPr>
            <a:r>
              <a:t>Porcentajes de hitos documentados: no son una calificación ni una medición de éxito experimental.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Resultados que sí podemos demostrar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Las cifras corresponden a campañas distintas; no se mezclan configuraciones ni se afirma equivalencia dinámica.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Gazebo · gateo nominal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5 ensayos · 23,955 mm/ciclo · 5,545 mm/s.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24912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MuJoCo · paso 5×20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2,70 → 9,87 mm/ciclo; contacto 0 → 36,58 %.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58184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22192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Supervisor · integración ROS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9/9 escenarios: activación, motivo y stand.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91456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55464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PPO · resultado negativo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5 semillas; ninguna escala positiva aceptada.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1691640"/>
            <a:ext cx="1920240" cy="242316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289" y="1691640"/>
            <a:ext cx="1362364" cy="2423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8352" y="416966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2 · Ensamble abierto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691640"/>
            <a:ext cx="1920240" cy="242316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023" y="1691639"/>
            <a:ext cx="1421713" cy="2423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9760" y="416966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3 · Articulación y soporte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4572000"/>
            <a:ext cx="1920240" cy="1435608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4572000"/>
            <a:ext cx="1914144" cy="1435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8352" y="6062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4 · Pieza impresa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599432"/>
            <a:ext cx="1938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ED3BA"/>
                </a:solidFill>
                <a:latin typeface="Aptos"/>
              </a:defRPr>
            </a:pPr>
            <a:r>
              <a:t>Fotos: evidencia de construcción.</a:t>
            </a:r>
          </a:p>
          <a:p>
            <a:pPr>
              <a:spcAft>
                <a:spcPts val="500"/>
              </a:spcAft>
              <a:defRPr sz="1500" b="0">
                <a:solidFill>
                  <a:srgbClr val="4ED3BA"/>
                </a:solidFill>
                <a:latin typeface="Aptos"/>
              </a:defRPr>
            </a:pPr>
            <a:r>
              <a:t>Ensayos: evidencia de desempeño.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Fuentes: tesis; cierre MuJoCo 03/09; diagnóstico PPO 02/09.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Documento final: avance y actualización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PDF preliminar comprobado: 73 páginas. Documento_TESIS es la base final; tesis_overleaf conserva el anteproyecto.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Ya incorporado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Modelo matemático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Metodología ejecutada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Arquitectura y desarrollo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Resultados Gazebo y PPO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Protocolos y anexos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Estado: versión preliminar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En construcción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Caracterización física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Calibración y seguridad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Comparación final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Discusión integradora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Conclusiones definitivas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Cierre de los 5 objetivos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Actualizar ahora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Campañas MuJoCo del 03/09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Hardware y sobrecarga del 04/09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Conclusiones: PPO ya se entrenó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Alcance del modelo nominal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Cronograma y presupuesto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Ruta de cierre: validación física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Secuencia propuesta para las próximas semanas; cada etapa depende de superar la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1 · Diagnóstico y medición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PCA9685 sin carga; revisar CH1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Medir tensión y consumo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Verificar parada física/OE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Completar masas y geometría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sobrecarga sin resolver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2 · Integración progresiva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Calibrar un servo y una pata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Registrar ángulo y consumo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Validar postura y marcha nominal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Identificar el modelo físico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holgura y límites reales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3 · Evaluación y cierre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Rediseñar y validar PPO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Acordar métricas y umbrales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Comparar 5 pares × 20 ciclos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Por marcha; sim. y hardware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no demostrar mejora 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744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D187"/>
                </a:solidFill>
                <a:latin typeface="Aptos"/>
              </a:defRPr>
            </a:pPr>
            <a:r>
              <a:t>Prioridad documental inmediata: integrar evidencias nuevas y corregir contradicciones.</a:t>
            </a:r>
          </a:p>
          <a:p>
            <a:pPr>
              <a:spcAft>
                <a:spcPts val="500"/>
              </a:spcAft>
              <a:defRPr sz="1700" b="0">
                <a:solidFill>
                  <a:srgbClr val="FFD187"/>
                </a:solidFill>
                <a:latin typeface="Aptos"/>
              </a:defRPr>
            </a:pPr>
            <a:r>
              <a:t>Si PPO no mejora, reportar el resultado y acordar el alcance final con los directores.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Compromiso para la siguiente revisión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Propuesta de compromiso del grupo · producto verificable, con datos y límites explícitos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16768" cy="16002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51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Entregar un informe de diagnóstico físico y la tesis sincronizada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51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Registro de PCA9685/CH1, tensiones y corriente por canal o grupo ensayado;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estado de la parada física, evidencia del diagnóstico y capítulos actualizados.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10378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F3F6FA"/>
                </a:solidFill>
                <a:latin typeface="Aptos"/>
              </a:defRPr>
            </a:pPr>
            <a:r>
              <a:t>“Nuestro proyecto todavía no puede darse por terminado porque falta validar la locomoción y la seguridad físicas y cerrar la comparación nominal frente a RL.”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378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4ED3BA"/>
                </a:solidFill>
                <a:latin typeface="Aptos"/>
              </a:defRPr>
            </a:pPr>
            <a:r>
              <a:t>“La evidencia que permitirá demostrar su finalización será una campaña trazable en simulación y hardware, con métricas acordadas y conclusiones respaldadas por resultados.”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